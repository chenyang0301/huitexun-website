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3"/>
    <p:sldId id="265" r:id="rId4"/>
    <p:sldId id="263" r:id="rId5"/>
    <p:sldId id="264" r:id="rId6"/>
    <p:sldId id="262" r:id="rId7"/>
    <p:sldId id="266" r:id="rId8"/>
  </p:sldIdLst>
  <p:sldSz cx="12192635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995508"/>
            <a:ext cx="9144900" cy="424504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6404254"/>
            <a:ext cx="9144900" cy="294386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3039834"/>
            <a:ext cx="10516635" cy="507203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8159849"/>
            <a:ext cx="10516635" cy="2667262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3245875"/>
            <a:ext cx="5182110" cy="77364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3245875"/>
            <a:ext cx="5182110" cy="77364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649175"/>
            <a:ext cx="10516635" cy="2356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2989029"/>
            <a:ext cx="5158295" cy="14648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4453905"/>
            <a:ext cx="5158295" cy="65510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2989029"/>
            <a:ext cx="5183698" cy="14648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4453905"/>
            <a:ext cx="5183698" cy="65510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812880"/>
            <a:ext cx="3932624" cy="284508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1755595"/>
            <a:ext cx="6172808" cy="8665075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3657960"/>
            <a:ext cx="3932624" cy="6776824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800" indent="0">
              <a:buNone/>
              <a:defRPr sz="1335"/>
            </a:lvl4pPr>
            <a:lvl5pPr marL="2438400" indent="0">
              <a:buNone/>
              <a:defRPr sz="1335"/>
            </a:lvl5pPr>
            <a:lvl6pPr marL="3048000" indent="0">
              <a:buNone/>
              <a:defRPr sz="1335"/>
            </a:lvl6pPr>
            <a:lvl7pPr marL="3658235" indent="0">
              <a:buNone/>
              <a:defRPr sz="1335"/>
            </a:lvl7pPr>
            <a:lvl8pPr marL="4267835" indent="0">
              <a:buNone/>
              <a:defRPr sz="1335"/>
            </a:lvl8pPr>
            <a:lvl9pPr marL="4877435" indent="0">
              <a:buNone/>
              <a:defRPr sz="13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812880"/>
            <a:ext cx="3932624" cy="2845080"/>
          </a:xfrm>
        </p:spPr>
        <p:txBody>
          <a:bodyPr anchor="b"/>
          <a:lstStyle>
            <a:lvl1pPr>
              <a:defRPr sz="426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1755595"/>
            <a:ext cx="6172808" cy="8665075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8235" indent="0">
              <a:buNone/>
              <a:defRPr sz="2665"/>
            </a:lvl7pPr>
            <a:lvl8pPr marL="4267835" indent="0">
              <a:buNone/>
              <a:defRPr sz="2665"/>
            </a:lvl8pPr>
            <a:lvl9pPr marL="4877435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3657960"/>
            <a:ext cx="3932624" cy="6776824"/>
          </a:xfrm>
        </p:spPr>
        <p:txBody>
          <a:bodyPr/>
          <a:lstStyle>
            <a:lvl1pPr marL="0" indent="0">
              <a:buNone/>
              <a:defRPr sz="2135"/>
            </a:lvl1pPr>
            <a:lvl2pPr marL="609600" indent="0">
              <a:buNone/>
              <a:defRPr sz="1865"/>
            </a:lvl2pPr>
            <a:lvl3pPr marL="1219200" indent="0">
              <a:buNone/>
              <a:defRPr sz="1600"/>
            </a:lvl3pPr>
            <a:lvl4pPr marL="1828800" indent="0">
              <a:buNone/>
              <a:defRPr sz="1335"/>
            </a:lvl4pPr>
            <a:lvl5pPr marL="2438400" indent="0">
              <a:buNone/>
              <a:defRPr sz="1335"/>
            </a:lvl5pPr>
            <a:lvl6pPr marL="3048000" indent="0">
              <a:buNone/>
              <a:defRPr sz="1335"/>
            </a:lvl6pPr>
            <a:lvl7pPr marL="3658235" indent="0">
              <a:buNone/>
              <a:defRPr sz="1335"/>
            </a:lvl7pPr>
            <a:lvl8pPr marL="4267835" indent="0">
              <a:buNone/>
              <a:defRPr sz="1335"/>
            </a:lvl8pPr>
            <a:lvl9pPr marL="4877435" indent="0">
              <a:buNone/>
              <a:defRPr sz="13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649175"/>
            <a:ext cx="2629159" cy="103331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649175"/>
            <a:ext cx="7735062" cy="103331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649175"/>
            <a:ext cx="10516635" cy="2356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3245875"/>
            <a:ext cx="10516635" cy="7736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11301291"/>
            <a:ext cx="2743470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E1D24-CE21-4A25-8C52-3E6D76640C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11301291"/>
            <a:ext cx="4115205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11301291"/>
            <a:ext cx="2743470" cy="649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5AB53-FE6E-47CF-9571-D07D12D8F8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ct val="267000"/>
        </a:spcBef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7113577" y="7787640"/>
            <a:ext cx="3974158" cy="3369508"/>
            <a:chOff x="1895" y="10259"/>
            <a:chExt cx="5141" cy="435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" y="10259"/>
              <a:ext cx="3762" cy="3762"/>
            </a:xfrm>
            <a:prstGeom prst="rect">
              <a:avLst/>
            </a:prstGeom>
          </p:spPr>
        </p:pic>
        <p:sp>
          <p:nvSpPr>
            <p:cNvPr id="8" name="文本框 62"/>
            <p:cNvSpPr txBox="1"/>
            <p:nvPr/>
          </p:nvSpPr>
          <p:spPr>
            <a:xfrm>
              <a:off x="1895" y="13963"/>
              <a:ext cx="5141" cy="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微信扫码添加“讯脉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伴游“小程序</a:t>
              </a:r>
              <a:endParaRPr lang="zh-CN" altLang="en-US" dirty="0">
                <a:solidFill>
                  <a:srgbClr val="335EA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文本框 62"/>
          <p:cNvSpPr txBox="1"/>
          <p:nvPr/>
        </p:nvSpPr>
        <p:spPr>
          <a:xfrm>
            <a:off x="2985135" y="620395"/>
            <a:ext cx="633222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讯脉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伴游机 （至臻版） 快速使用指南</a:t>
            </a:r>
            <a:endParaRPr lang="zh-CN" altLang="en-US" sz="4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293965" y="2927350"/>
            <a:ext cx="9680105" cy="5708650"/>
            <a:chOff x="1751" y="4663"/>
            <a:chExt cx="6801" cy="4011"/>
          </a:xfrm>
        </p:grpSpPr>
        <p:sp>
          <p:nvSpPr>
            <p:cNvPr id="4" name="文本框 3"/>
            <p:cNvSpPr txBox="1"/>
            <p:nvPr/>
          </p:nvSpPr>
          <p:spPr>
            <a:xfrm>
              <a:off x="1751" y="5537"/>
              <a:ext cx="1284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zh-CN" altLang="en-US" sz="280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对讲</a:t>
              </a:r>
              <a:r>
                <a:rPr lang="zh-CN" altLang="en-US" sz="280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键</a:t>
              </a:r>
              <a:endParaRPr lang="zh-CN" alt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882" y="7824"/>
              <a:ext cx="1618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8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AI问答键</a:t>
              </a:r>
              <a:endParaRPr lang="zh-CN" altLang="en-US" sz="28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3" y="5046"/>
              <a:ext cx="3081" cy="3628"/>
            </a:xfrm>
            <a:prstGeom prst="rect">
              <a:avLst/>
            </a:prstGeom>
          </p:spPr>
        </p:pic>
        <p:cxnSp>
          <p:nvCxnSpPr>
            <p:cNvPr id="9" name="直接连接符 8"/>
            <p:cNvCxnSpPr/>
            <p:nvPr/>
          </p:nvCxnSpPr>
          <p:spPr>
            <a:xfrm flipH="1" flipV="1">
              <a:off x="2597" y="5736"/>
              <a:ext cx="1238" cy="675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2986" y="7445"/>
              <a:ext cx="2445" cy="542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6933" y="6727"/>
              <a:ext cx="1404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8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电源键</a:t>
              </a:r>
              <a:endParaRPr lang="zh-CN" altLang="en-US" sz="280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flipH="1" flipV="1">
              <a:off x="5840" y="6483"/>
              <a:ext cx="1105" cy="368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6934" y="5717"/>
              <a:ext cx="1618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8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组队键</a:t>
              </a:r>
              <a:endParaRPr lang="zh-CN" altLang="en-US" sz="280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 flipV="1">
              <a:off x="5523" y="5787"/>
              <a:ext cx="1391" cy="72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6858" y="4663"/>
              <a:ext cx="1618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音量键</a:t>
              </a:r>
              <a:endPara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20" name="直接连接符 19"/>
            <p:cNvCxnSpPr>
              <a:stCxn id="19" idx="1"/>
            </p:cNvCxnSpPr>
            <p:nvPr/>
          </p:nvCxnSpPr>
          <p:spPr>
            <a:xfrm flipH="1">
              <a:off x="5108" y="4847"/>
              <a:ext cx="1750" cy="306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34720" y="879475"/>
            <a:ext cx="10661015" cy="1060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</a:t>
            </a:r>
            <a:endParaRPr 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发起组队；单击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停止组队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搜索群组；单击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组队键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加入群组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lnSpc>
                <a:spcPct val="100000"/>
              </a:lnSpc>
              <a:buFont typeface="+mj-ea"/>
              <a:buNone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一键讲解</a:t>
            </a:r>
            <a:endParaRPr 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单击“对讲键”发起一键讲解当前所在位置附近的景点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“AI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问答键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停止讲解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 algn="l">
              <a:lnSpc>
                <a:spcPct val="100000"/>
              </a:lnSpc>
              <a:buClrTx/>
              <a:buSzTx/>
              <a:buFont typeface="+mj-ea"/>
              <a:buNone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问答</a:t>
            </a:r>
            <a:endParaRPr 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按住“AI问答键”语音提问，松开“AI问答键”等待语音回答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单击“AI问答键”停止当前语音回答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indent="0" algn="l">
              <a:lnSpc>
                <a:spcPct val="100000"/>
              </a:lnSpc>
              <a:buClrTx/>
              <a:buSzTx/>
              <a:buFont typeface="+mj-ea"/>
              <a:buNone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对讲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按住“对讲键”发起对讲，向其他队员讲话；松开“对讲键”收听其他队员讲话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592455"/>
            <a:ext cx="10823575" cy="465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提升体验：</a:t>
            </a: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  <a:buClrTx/>
              <a:buSzTx/>
              <a:buFontTx/>
            </a:pPr>
            <a:endParaRPr lang="zh-CN" altLang="en-US" sz="3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15085" y="1615440"/>
            <a:ext cx="9979025" cy="2982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在微信小程序中点击设备详情</a:t>
            </a:r>
            <a:endParaRPr lang="zh-CN" altLang="en-US" sz="28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打开设备的“手机辅助定位”开关，提高定位精度，延长设备续航时间</a:t>
            </a:r>
            <a:endParaRPr lang="en-US" altLang="zh-CN" sz="28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【注意绑定设备和手机必须同一个人携带，并且使用期间不要退出微信】</a:t>
            </a:r>
            <a:endParaRPr lang="zh-CN" altLang="en-US" sz="28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18995" y="5459730"/>
            <a:ext cx="7766685" cy="6177280"/>
            <a:chOff x="12471" y="6458"/>
            <a:chExt cx="4502" cy="3768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471" y="6458"/>
              <a:ext cx="1992" cy="3768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12" y="6458"/>
              <a:ext cx="1961" cy="3767"/>
            </a:xfrm>
            <a:prstGeom prst="rect">
              <a:avLst/>
            </a:prstGeom>
          </p:spPr>
        </p:pic>
        <p:cxnSp>
          <p:nvCxnSpPr>
            <p:cNvPr id="26" name="直接箭头连接符 25"/>
            <p:cNvCxnSpPr/>
            <p:nvPr/>
          </p:nvCxnSpPr>
          <p:spPr>
            <a:xfrm flipV="1">
              <a:off x="13574" y="8035"/>
              <a:ext cx="680" cy="62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12796" y="8657"/>
              <a:ext cx="1458" cy="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点击设备详情</a:t>
              </a:r>
              <a:endPara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16129" y="8363"/>
              <a:ext cx="458" cy="57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15310" y="7797"/>
              <a:ext cx="1277" cy="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打开手机辅助定位开关</a:t>
              </a:r>
              <a:endPara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928049" y="7787640"/>
            <a:ext cx="4529968" cy="3785373"/>
            <a:chOff x="1655" y="10259"/>
            <a:chExt cx="5860" cy="4897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" y="10259"/>
              <a:ext cx="3762" cy="3762"/>
            </a:xfrm>
            <a:prstGeom prst="rect">
              <a:avLst/>
            </a:prstGeom>
          </p:spPr>
        </p:pic>
        <p:sp>
          <p:nvSpPr>
            <p:cNvPr id="8" name="文本框 62"/>
            <p:cNvSpPr txBox="1"/>
            <p:nvPr/>
          </p:nvSpPr>
          <p:spPr>
            <a:xfrm>
              <a:off x="1655" y="13963"/>
              <a:ext cx="5860" cy="1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Scan WeChat QR Code to add mini-program: HtxAi Tour Companion</a:t>
              </a:r>
              <a:endPara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4" name="文本框 62"/>
          <p:cNvSpPr txBox="1"/>
          <p:nvPr/>
        </p:nvSpPr>
        <p:spPr>
          <a:xfrm>
            <a:off x="612140" y="523240"/>
            <a:ext cx="11002010" cy="226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HtxAi Tour Companion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Ultimate</a:t>
            </a:r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4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Quick  Guide</a:t>
            </a:r>
            <a:endParaRPr lang="en-US" altLang="zh-CN" sz="4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044881" y="2927350"/>
            <a:ext cx="9929189" cy="5708650"/>
            <a:chOff x="1576" y="4663"/>
            <a:chExt cx="6976" cy="4011"/>
          </a:xfrm>
        </p:grpSpPr>
        <p:sp>
          <p:nvSpPr>
            <p:cNvPr id="4" name="文本框 3"/>
            <p:cNvSpPr txBox="1"/>
            <p:nvPr/>
          </p:nvSpPr>
          <p:spPr>
            <a:xfrm>
              <a:off x="1606" y="5537"/>
              <a:ext cx="1284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800">
                  <a:effectLst/>
                  <a:sym typeface="+mn-ea"/>
                </a:rPr>
                <a:t>PTT Key</a:t>
              </a:r>
              <a:endParaRPr lang="en-US" altLang="zh-CN" sz="2800">
                <a:solidFill>
                  <a:schemeClr val="tx1"/>
                </a:solidFill>
                <a:effectLst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576" y="7825"/>
              <a:ext cx="1618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>
                  <a:effectLst/>
                  <a:sym typeface="+mn-ea"/>
                </a:rPr>
                <a:t>AI Q&amp;A Key</a:t>
              </a:r>
              <a:endParaRPr lang="en-US" altLang="zh-CN" sz="2800">
                <a:effectLst/>
                <a:sym typeface="+mn-ea"/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3" y="5046"/>
              <a:ext cx="3081" cy="3628"/>
            </a:xfrm>
            <a:prstGeom prst="rect">
              <a:avLst/>
            </a:prstGeom>
          </p:spPr>
        </p:pic>
        <p:cxnSp>
          <p:nvCxnSpPr>
            <p:cNvPr id="9" name="直接连接符 8"/>
            <p:cNvCxnSpPr/>
            <p:nvPr/>
          </p:nvCxnSpPr>
          <p:spPr>
            <a:xfrm flipH="1" flipV="1">
              <a:off x="2597" y="5736"/>
              <a:ext cx="1238" cy="675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2986" y="7445"/>
              <a:ext cx="2445" cy="542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6933" y="6727"/>
              <a:ext cx="1404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>
                  <a:effectLst/>
                  <a:sym typeface="+mn-ea"/>
                </a:rPr>
                <a:t>Power Key</a:t>
              </a:r>
              <a:endParaRPr lang="en-US" altLang="zh-CN" sz="2800">
                <a:effectLst/>
                <a:sym typeface="+mn-ea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flipH="1" flipV="1">
              <a:off x="5840" y="6483"/>
              <a:ext cx="1105" cy="368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6934" y="5717"/>
              <a:ext cx="1618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>
                  <a:effectLst/>
                  <a:sym typeface="+mn-ea"/>
                </a:rPr>
                <a:t>Group Key</a:t>
              </a:r>
              <a:endParaRPr lang="en-US" altLang="zh-CN" sz="2800">
                <a:effectLst/>
                <a:sym typeface="+mn-ea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 flipH="1" flipV="1">
              <a:off x="5523" y="5787"/>
              <a:ext cx="1391" cy="72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6858" y="4663"/>
              <a:ext cx="1618" cy="36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dirty="0">
                  <a:effectLst/>
                  <a:sym typeface="+mn-ea"/>
                </a:rPr>
                <a:t>Volume Key</a:t>
              </a:r>
              <a:endParaRPr lang="en-US" altLang="zh-CN" sz="2800" dirty="0">
                <a:effectLst/>
                <a:sym typeface="+mn-ea"/>
              </a:endParaRPr>
            </a:p>
          </p:txBody>
        </p:sp>
        <p:cxnSp>
          <p:nvCxnSpPr>
            <p:cNvPr id="20" name="直接连接符 19"/>
            <p:cNvCxnSpPr>
              <a:stCxn id="19" idx="1"/>
            </p:cNvCxnSpPr>
            <p:nvPr/>
          </p:nvCxnSpPr>
          <p:spPr>
            <a:xfrm flipH="1">
              <a:off x="5108" y="4847"/>
              <a:ext cx="1750" cy="306"/>
            </a:xfrm>
            <a:prstGeom prst="line">
              <a:avLst/>
            </a:prstGeom>
            <a:ln w="31750">
              <a:gradFill>
                <a:gsLst>
                  <a:gs pos="0">
                    <a:schemeClr val="accent1">
                      <a:hueOff val="-4200000"/>
                    </a:schemeClr>
                  </a:gs>
                  <a:gs pos="100000">
                    <a:schemeClr val="accent1"/>
                  </a:gs>
                </a:gsLst>
              </a:gradFill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9770" y="879475"/>
            <a:ext cx="10895965" cy="1060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Group up</a:t>
            </a:r>
            <a:endParaRPr 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Long press Group Key to start grouping, short press to stop</a:t>
            </a:r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Double-click Group Key to search groups, single-click to join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indent="0">
              <a:lnSpc>
                <a:spcPct val="100000"/>
              </a:lnSpc>
              <a:buFont typeface="+mj-ea"/>
              <a:buNone/>
            </a:pPr>
            <a:endParaRPr lang="zh-CN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One-click Commentary</a:t>
            </a:r>
            <a:endParaRPr 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Single-click PTT Key for commentary on nearby attractions</a:t>
            </a:r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Single-click AI Q&amp;A Key to stop commentary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indent="0" algn="l">
              <a:lnSpc>
                <a:spcPct val="100000"/>
              </a:lnSpc>
              <a:buClrTx/>
              <a:buSzTx/>
              <a:buFont typeface="+mj-ea"/>
              <a:buNone/>
            </a:pPr>
            <a:endParaRPr lang="zh-CN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 Q&amp;A</a:t>
            </a:r>
            <a:endParaRPr 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Hold AI Q&amp;A Key for voice query, release to get reply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Single-click AI Q&amp;A Key to stop voice reply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indent="0" algn="l">
              <a:lnSpc>
                <a:spcPct val="100000"/>
              </a:lnSpc>
              <a:buClrTx/>
              <a:buSzTx/>
              <a:buFont typeface="+mj-ea"/>
              <a:buNone/>
            </a:pPr>
            <a:endParaRPr lang="zh-CN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PTT</a:t>
            </a:r>
            <a:endParaRPr lang="en-US" altLang="zh-CN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Hold  PTT Key to speak to team members; release it to listen </a:t>
            </a:r>
            <a:r>
              <a:rPr lang="en-US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 them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4530" y="592455"/>
            <a:ext cx="10823575" cy="465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Improve experience</a:t>
            </a: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360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457200" algn="l">
              <a:lnSpc>
                <a:spcPct val="150000"/>
              </a:lnSpc>
              <a:buClrTx/>
              <a:buSzTx/>
              <a:buFontTx/>
            </a:pPr>
            <a:endParaRPr lang="en-US" altLang="zh-CN" sz="36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83945" y="1615440"/>
            <a:ext cx="9979025" cy="2982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Tap Device Details in WeChat Mini Program</a:t>
            </a:r>
            <a:endParaRPr lang="zh-CN" altLang="en-US" sz="28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Enable Phone-assisted Positioning for higher positioning accuracy and longer battery life</a:t>
            </a:r>
            <a:endParaRPr lang="en-US" altLang="zh-CN" sz="28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en-US" altLang="zh-CN" sz="28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Notice: Keep the paired device and phone with you, and stay logged in to WeChat while using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sz="28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18995" y="5459730"/>
            <a:ext cx="8227304" cy="6177280"/>
            <a:chOff x="12471" y="6458"/>
            <a:chExt cx="4769" cy="3768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471" y="6458"/>
              <a:ext cx="1992" cy="3768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12" y="6458"/>
              <a:ext cx="1961" cy="3767"/>
            </a:xfrm>
            <a:prstGeom prst="rect">
              <a:avLst/>
            </a:prstGeom>
          </p:spPr>
        </p:pic>
        <p:cxnSp>
          <p:nvCxnSpPr>
            <p:cNvPr id="26" name="直接箭头连接符 25"/>
            <p:cNvCxnSpPr/>
            <p:nvPr/>
          </p:nvCxnSpPr>
          <p:spPr>
            <a:xfrm flipV="1">
              <a:off x="13574" y="8035"/>
              <a:ext cx="680" cy="62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12833" y="8677"/>
              <a:ext cx="1978" cy="2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sym typeface="+mn-ea"/>
                </a:rPr>
                <a:t>Tap Device Details</a:t>
              </a:r>
              <a:endParaRPr lang="en-US" altLang="zh-CN" sz="2000">
                <a:solidFill>
                  <a:srgbClr val="FF0000"/>
                </a:solidFill>
                <a:sym typeface="+mn-ea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>
            <a:xfrm>
              <a:off x="16129" y="8363"/>
              <a:ext cx="458" cy="57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14772" y="7742"/>
              <a:ext cx="2468" cy="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Enable Phone-assisted 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  <a:p>
              <a:pPr algn="ctr"/>
              <a:r>
                <a:rPr lang="en-US" altLang="zh-CN" sz="2000" b="1">
                  <a:solidFill>
                    <a:srgbClr val="FF0000"/>
                  </a:solidFill>
                  <a:sym typeface="+mn-ea"/>
                </a:rPr>
                <a:t>Positioning</a:t>
              </a:r>
              <a:endParaRPr lang="en-US" altLang="zh-CN" sz="2000" b="1">
                <a:solidFill>
                  <a:srgbClr val="FF0000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1206</Words>
  <Application>WPS 演示</Application>
  <PresentationFormat>宽屏</PresentationFormat>
  <Paragraphs>83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13601122092@163.com</dc:creator>
  <cp:lastModifiedBy>丁颖</cp:lastModifiedBy>
  <cp:revision>33</cp:revision>
  <dcterms:created xsi:type="dcterms:W3CDTF">2026-05-15T04:12:00Z</dcterms:created>
  <dcterms:modified xsi:type="dcterms:W3CDTF">2026-06-10T09:44:03Z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3E7F2C8248DF47C890A315977B40A1B5_13</vt:lpwstr>
  </property>
</Properties>
</file>